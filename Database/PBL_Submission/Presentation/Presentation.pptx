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Everything you need to know about Engineering - B.Tech">
            <a:extLst>
              <a:ext uri="{FF2B5EF4-FFF2-40B4-BE49-F238E27FC236}">
                <a16:creationId xmlns:a16="http://schemas.microsoft.com/office/drawing/2014/main" id="{A1411253-778C-804C-9923-20C7351603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77599" y="128011"/>
            <a:ext cx="738909" cy="712498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143000"/>
            <a:ext cx="7589520" cy="1463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EEF6FF"/>
                </a:solidFill>
                <a:latin typeface="Aptos"/>
              </a:defRPr>
            </a:pPr>
            <a:r>
              <a:t>BANKING AND DIGITAL</a:t>
            </a:r>
          </a:p>
          <a:p>
            <a:pPr>
              <a:spcAft>
                <a:spcPts val="800"/>
              </a:spcAft>
              <a:defRPr sz="3000" b="1">
                <a:solidFill>
                  <a:srgbClr val="EEF6FF"/>
                </a:solidFill>
                <a:latin typeface="Aptos"/>
              </a:defRPr>
            </a:pPr>
            <a:r>
              <a:t>TRANSACTION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713232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IBI BANK — INTERNATIONAL BANK OF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7132320" cy="9715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AC0DA"/>
                </a:solidFill>
                <a:latin typeface="Aptos"/>
              </a:defRPr>
            </a:pPr>
            <a:r>
              <a:rPr dirty="0"/>
              <a:t>PROJECT-BASED LEARNING PRESENTATION</a:t>
            </a:r>
          </a:p>
          <a:p>
            <a:pPr>
              <a:spcAft>
                <a:spcPts val="800"/>
              </a:spcAft>
              <a:defRPr sz="1500" b="0">
                <a:solidFill>
                  <a:srgbClr val="AAC0DA"/>
                </a:solidFill>
                <a:latin typeface="Aptos"/>
              </a:defRPr>
            </a:pPr>
            <a:r>
              <a:rPr dirty="0"/>
              <a:t>Course / Subject Code: BTY39105</a:t>
            </a:r>
          </a:p>
          <a:p>
            <a:pPr>
              <a:spcAft>
                <a:spcPts val="800"/>
              </a:spcAft>
              <a:defRPr sz="1500" b="0">
                <a:solidFill>
                  <a:srgbClr val="AAC0DA"/>
                </a:solidFill>
                <a:latin typeface="Aptos"/>
              </a:defRPr>
            </a:pPr>
            <a:r>
              <a:rPr dirty="0"/>
              <a:t>Team: </a:t>
            </a:r>
            <a:r>
              <a:rPr lang="en-US" dirty="0"/>
              <a:t>G7</a:t>
            </a:r>
            <a:r>
              <a:rPr dirty="0"/>
              <a:t>  |  Institution: </a:t>
            </a:r>
            <a:r>
              <a:rPr lang="en-US" dirty="0" err="1"/>
              <a:t>Brainware</a:t>
            </a:r>
            <a:r>
              <a:rPr lang="en-US" dirty="0"/>
              <a:t> University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731520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AC0DA"/>
                </a:solidFill>
                <a:latin typeface="Aptos"/>
              </a:defRPr>
            </a:pPr>
            <a:r>
              <a:t>Team members: [Add names and student IDs]  |  Faculty guide: [Add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Banking records are connected across customers, accounts, transactions, and loans.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Disconnected data can cause duplication and inconsistent updates.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Reports require reliable retrieval and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Use a relational MySQL database.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Provide a web interface backed by API routes.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• Demonstrate SQL querying, integrity controls, and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Organize customer, account, beneficiary, transfer, loan, and EMI data in related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Application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Support role-aware authentication and permitted banking operations through the web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DBMS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Demonstrate SELECT, aggregate queries, JOINs, subqueries, views, indexes, routines, triggers, and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3.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HTML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CSS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JavaScript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Customer and admin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Node.js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Express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API routes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Validation and access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MySQL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fintech_banking_db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Relational tables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t>Views and advanced SQL objects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4.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246120" cy="320040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39112"/>
            <a:ext cx="284378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1. Browser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32887"/>
            <a:ext cx="2843784" cy="23774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Customer/admin pages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Forms, tables,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74519"/>
            <a:ext cx="3246120" cy="320040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039112"/>
            <a:ext cx="284378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2. Express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32887"/>
            <a:ext cx="2843784" cy="23774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Authentication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Validation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Business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74519"/>
            <a:ext cx="3246120" cy="320040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2039112"/>
            <a:ext cx="284378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3. 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532887"/>
            <a:ext cx="2843784" cy="23774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Persistent records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Queries and reports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Integrity logic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05072" y="3017520"/>
            <a:ext cx="384048" cy="502920"/>
          </a:xfrm>
          <a:prstGeom prst="rightArrow">
            <a:avLst/>
          </a:prstGeom>
          <a:solidFill>
            <a:srgbClr val="00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799831" y="3017520"/>
            <a:ext cx="384048" cy="502920"/>
          </a:xfrm>
          <a:prstGeom prst="rightArrow">
            <a:avLst/>
          </a:prstGeom>
          <a:solidFill>
            <a:srgbClr val="00D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241280" cy="4572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800"/>
              </a:spcAft>
              <a:defRPr sz="1500" b="0">
                <a:solidFill>
                  <a:srgbClr val="AAC0DA"/>
                </a:solidFill>
                <a:latin typeface="Aptos"/>
              </a:defRPr>
            </a:pPr>
            <a:r>
              <a:t>Requests flow from the interface to the backend, which validates and processes database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5. 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303520" cy="452628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5331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Core banking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4901183" cy="3703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customer • users • account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branch • account_type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transaction • fund_transfer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beneficiary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452628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5331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Lending and support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47088"/>
            <a:ext cx="4901183" cy="37033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loan • loan_type • emi_payment</a:t>
            </a:r>
          </a:p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account_balance_audit</a:t>
            </a:r>
          </a:p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email_verification_codes</a:t>
            </a:r>
          </a:p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Confirm exact keys and constraints using the final schema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6. Entity 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0835640" cy="452628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53312"/>
            <a:ext cx="104333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Insert rendered ER diagram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10433304" cy="138704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rPr dirty="0"/>
              <a:t>Use Documentation/</a:t>
            </a:r>
            <a:r>
              <a:rPr lang="en-US" dirty="0"/>
              <a:t>ER</a:t>
            </a:r>
            <a:r>
              <a:rPr dirty="0"/>
              <a:t>_</a:t>
            </a:r>
            <a:r>
              <a:rPr lang="en-US" dirty="0"/>
              <a:t>D</a:t>
            </a:r>
            <a:r>
              <a:rPr dirty="0"/>
              <a:t>iagram.</a:t>
            </a:r>
            <a:r>
              <a:rPr lang="en-US" dirty="0"/>
              <a:t>png</a:t>
            </a:r>
            <a:r>
              <a:rPr dirty="0"/>
              <a:t> as a starting point.</a:t>
            </a:r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800" b="0">
                <a:solidFill>
                  <a:srgbClr val="EEF6FF"/>
                </a:solidFill>
                <a:latin typeface="Aptos"/>
              </a:defRPr>
            </a:pPr>
            <a:r>
              <a:rPr dirty="0"/>
              <a:t>Before presenting, compare entities and relationships with the actual MySQL schema. Distinguish logical relationships from declared foreign-key constraints.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7.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1NF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Atomic values and individual records; for example, one transaction per transaction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2NF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Non-key attributes depend on the whole candidate key; review composite-key tables in the actual schema.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52044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1399032"/>
            <a:ext cx="311810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892808"/>
            <a:ext cx="3118104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EEF6FF"/>
                </a:solidFill>
                <a:latin typeface="Aptos"/>
              </a:defRPr>
            </a:pPr>
            <a:r>
              <a:t>Separate descriptive reference data, such as branch and account type, from account records where appropriate.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8. SQL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Query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Basic SELECT statements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Aggregate functions and GROUP BY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JOIN queries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Subqueries and correlated subqueries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Dashboard/report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Advanced database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Views and indexes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Stored procedures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User-defined function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Triggers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COMMIT / ROLLBACK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rPr lang="en-US" dirty="0"/>
              <a:t>9</a:t>
            </a:r>
            <a:r>
              <a:rPr dirty="0"/>
              <a:t>. 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Test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Valid and invalid login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Role-based authorization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Transfer amount validation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Transaction history and reports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• Database trigger/routine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Record actual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901183" cy="205389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Passed: [</a:t>
            </a:r>
            <a:r>
              <a:rPr lang="en-US" dirty="0"/>
              <a:t>16</a:t>
            </a:r>
            <a:r>
              <a:rPr dirty="0"/>
              <a:t>]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Failed: [</a:t>
            </a:r>
            <a:r>
              <a:rPr lang="en-US" dirty="0"/>
              <a:t>0</a:t>
            </a:r>
            <a:r>
              <a:rPr dirty="0"/>
              <a:t>]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Not executed / blocked: [</a:t>
            </a:r>
            <a:r>
              <a:rPr lang="en-US" dirty="0"/>
              <a:t>0</a:t>
            </a:r>
            <a:r>
              <a:rPr dirty="0"/>
              <a:t>]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Insert real test evidence. Do not mark unperformed tests as passed.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. Conclusion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4901183" cy="3657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t>The project combines a web interface, backend APIs, and a relational database to represent common banking records and workflows. SQL scripts demonstrate core and advanced DBMS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480560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4901183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92808"/>
            <a:ext cx="4901183" cy="179228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• Expand automated testing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• Improve reporting and audit dashboards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• Strengthen backup/recovery practices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dirty="0"/>
              <a:t>• Add further reporting filters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00D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10927080" cy="22860"/>
          </a:xfrm>
          <a:prstGeom prst="rect">
            <a:avLst/>
          </a:prstGeom>
          <a:solidFill>
            <a:srgbClr val="075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9875520" cy="201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AC0DA"/>
                </a:solidFill>
                <a:latin typeface="Aptos"/>
              </a:defRPr>
            </a:pPr>
            <a:r>
              <a:t>IBI BANK  |  Banking and Digital Transaction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22860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00D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731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ctr">
              <a:spcAft>
                <a:spcPts val="800"/>
              </a:spcAft>
              <a:defRPr sz="3100" b="1">
                <a:solidFill>
                  <a:srgbClr val="00D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9784080" cy="3598164"/>
          </a:xfrm>
          <a:prstGeom prst="roundRect">
            <a:avLst/>
          </a:prstGeom>
          <a:solidFill>
            <a:srgbClr val="061B49"/>
          </a:solidFill>
          <a:ln>
            <a:solidFill>
              <a:srgbClr val="154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9888" y="2907792"/>
            <a:ext cx="9381744" cy="38404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DFFF"/>
                </a:solidFill>
                <a:latin typeface="Aptos"/>
              </a:defRPr>
            </a:pPr>
            <a:r>
              <a:t>Team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6302" y="3364910"/>
            <a:ext cx="9381744" cy="2736134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lang="en-US" dirty="0"/>
              <a:t># List each member and their actual contribution-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lang="en-IN" b="1" dirty="0" err="1"/>
              <a:t>Sk</a:t>
            </a:r>
            <a:r>
              <a:rPr lang="en-IN" b="1" dirty="0"/>
              <a:t> </a:t>
            </a:r>
            <a:r>
              <a:rPr lang="en-IN" b="1" dirty="0" err="1"/>
              <a:t>Jishan</a:t>
            </a:r>
            <a:r>
              <a:rPr lang="en-IN" b="1" dirty="0"/>
              <a:t> Ahamed </a:t>
            </a:r>
            <a:r>
              <a:rPr lang="en-IN" dirty="0"/>
              <a:t>-</a:t>
            </a:r>
            <a:r>
              <a:rPr lang="en-IN" sz="1700" dirty="0">
                <a:solidFill>
                  <a:srgbClr val="EEF6FF"/>
                </a:solidFill>
                <a:latin typeface="Aptos"/>
              </a:rPr>
              <a:t>Database implementation, sample data, advanced SQL queries</a:t>
            </a:r>
            <a:br>
              <a:rPr lang="en-IN" sz="1700" dirty="0">
                <a:solidFill>
                  <a:srgbClr val="EEF6FF"/>
                </a:solidFill>
                <a:latin typeface="Aptos"/>
              </a:rPr>
            </a:br>
            <a:r>
              <a:rPr lang="en-IN" sz="1700" dirty="0">
                <a:solidFill>
                  <a:srgbClr val="EEF6FF"/>
                </a:solidFill>
                <a:latin typeface="Aptos"/>
              </a:rPr>
              <a:t>                                         Backend, database connectivity, validation, transaction logic</a:t>
            </a:r>
            <a:br>
              <a:rPr lang="en-IN" sz="1700" dirty="0">
                <a:solidFill>
                  <a:srgbClr val="EEF6FF"/>
                </a:solidFill>
                <a:latin typeface="Aptos"/>
              </a:rPr>
            </a:br>
            <a:r>
              <a:rPr lang="en-IN" sz="1700" dirty="0">
                <a:solidFill>
                  <a:srgbClr val="EEF6FF"/>
                </a:solidFill>
                <a:latin typeface="Aptos"/>
              </a:rPr>
              <a:t>                                         Frontend, reporting/dashboard, GitHub integration and deployment</a:t>
            </a:r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lang="en-IN" sz="1700" b="1" dirty="0">
                <a:solidFill>
                  <a:srgbClr val="EEF6FF"/>
                </a:solidFill>
                <a:latin typeface="Aptos"/>
              </a:rPr>
              <a:t>Raj Sekh-                     </a:t>
            </a:r>
            <a:r>
              <a:rPr lang="en-IN" sz="1700" dirty="0">
                <a:solidFill>
                  <a:srgbClr val="EEF6FF"/>
                </a:solidFill>
                <a:latin typeface="Aptos"/>
              </a:rPr>
              <a:t>Requirement analysis, business rules, ER modelling</a:t>
            </a:r>
            <a:br>
              <a:rPr lang="en-IN" sz="1700" dirty="0">
                <a:solidFill>
                  <a:srgbClr val="EEF6FF"/>
                </a:solidFill>
                <a:latin typeface="Aptos"/>
              </a:rPr>
            </a:br>
            <a:r>
              <a:rPr lang="en-IN" sz="1700" b="1" dirty="0">
                <a:solidFill>
                  <a:srgbClr val="EEF6FF"/>
                </a:solidFill>
                <a:latin typeface="Aptos"/>
              </a:rPr>
              <a:t>Naim Hasan-             </a:t>
            </a:r>
            <a:r>
              <a:rPr lang="en-IN" sz="1700" dirty="0">
                <a:solidFill>
                  <a:srgbClr val="EEF6FF"/>
                </a:solidFill>
                <a:latin typeface="Aptos"/>
              </a:rPr>
              <a:t>Relational schema, normalization, data dictionary</a:t>
            </a:r>
            <a:endParaRPr dirty="0"/>
          </a:p>
          <a:p>
            <a:pPr>
              <a:spcAft>
                <a:spcPts val="800"/>
              </a:spcAft>
              <a:defRPr sz="1700" b="0">
                <a:solidFill>
                  <a:srgbClr val="EEF6FF"/>
                </a:solidFill>
                <a:latin typeface="Aptos"/>
              </a:defRPr>
            </a:pPr>
            <a:r>
              <a:rPr lang="en-US" dirty="0"/>
              <a:t>#</a:t>
            </a:r>
            <a:r>
              <a:rPr dirty="0"/>
              <a:t> </a:t>
            </a:r>
            <a:r>
              <a:rPr lang="en-US" dirty="0"/>
              <a:t>F</a:t>
            </a:r>
            <a:r>
              <a:rPr dirty="0"/>
              <a:t>aculty guide </a:t>
            </a:r>
            <a:r>
              <a:rPr lang="en-US" dirty="0"/>
              <a:t>-</a:t>
            </a:r>
            <a:br>
              <a:rPr lang="en-US" dirty="0"/>
            </a:br>
            <a:r>
              <a:rPr lang="en-US" b="1" u="sng" dirty="0" err="1"/>
              <a:t>Mr.Mainnul</a:t>
            </a:r>
            <a:r>
              <a:rPr lang="en-US" b="1" u="sng" dirty="0"/>
              <a:t> Hasan</a:t>
            </a:r>
            <a:br>
              <a:rPr lang="en-US" dirty="0"/>
            </a:br>
            <a:r>
              <a:rPr lang="en-US" b="1" u="sng" dirty="0" err="1"/>
              <a:t>Mr.Indrasis</a:t>
            </a:r>
            <a:r>
              <a:rPr lang="en-US" b="1" u="sng" dirty="0"/>
              <a:t> Das</a:t>
            </a:r>
            <a:endParaRPr b="1" u="sng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795</Words>
  <Application>Microsoft Office PowerPoint</Application>
  <PresentationFormat>Widescreen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SK JISHAN AHAMED</cp:lastModifiedBy>
  <cp:revision>2</cp:revision>
  <dcterms:created xsi:type="dcterms:W3CDTF">2013-01-27T09:14:16Z</dcterms:created>
  <dcterms:modified xsi:type="dcterms:W3CDTF">2026-10-29T12:02:24Z</dcterms:modified>
  <cp:category/>
</cp:coreProperties>
</file>